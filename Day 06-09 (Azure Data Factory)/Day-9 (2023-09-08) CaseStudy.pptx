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73" r:id="rId11"/>
    <p:sldId id="267" r:id="rId12"/>
    <p:sldId id="268" r:id="rId13"/>
    <p:sldId id="269" r:id="rId14"/>
    <p:sldId id="270" r:id="rId15"/>
    <p:sldId id="274" r:id="rId16"/>
    <p:sldId id="272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1D1B1E"/>
    <a:srgbClr val="020003"/>
    <a:srgbClr val="DD1D21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86F45-838D-4BF8-AD3D-59F5E069E3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B002B4-D7B3-411D-B3F7-9C14D8B159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0148F-1CFC-489B-A4E0-CE3B216FA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AE2D45-FB3F-4A2E-A073-63B64C927BB4}" type="datetimeFigureOut">
              <a:rPr lang="en-GB" smtClean="0"/>
              <a:t>08/09/2023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82F34-9D87-4845-8E9A-4D412A4D0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6D5578-BD31-4EC1-B269-F9BE6D649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E36CC5-0BE0-4CA0-BEAA-5849978C3C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0141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25EE9B-26C3-4D7C-A3B3-A9CAC5095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FBAD8-18CD-40C2-A49C-0BDC1D6A4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E07EAC-3EB0-427E-B3D4-1DD1B979A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hellMedium" panose="00000600000000000000" pitchFamily="2" charset="0"/>
              </a:defRPr>
            </a:lvl1pPr>
          </a:lstStyle>
          <a:p>
            <a:fld id="{53AE2D45-FB3F-4A2E-A073-63B64C927BB4}" type="datetimeFigureOut">
              <a:rPr lang="en-GB" smtClean="0"/>
              <a:pPr/>
              <a:t>08/09/2023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A4CC11-7305-4295-93A6-3D1D92BA32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hellMedium" panose="00000600000000000000" pitchFamily="2" charset="0"/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05057C-78E7-4AE0-B592-11918E9FA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hellMedium" panose="00000600000000000000" pitchFamily="2" charset="0"/>
              </a:defRPr>
            </a:lvl1pPr>
          </a:lstStyle>
          <a:p>
            <a:fld id="{F8E36CC5-0BE0-4CA0-BEAA-5849978C3C24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7275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hellBold" panose="00000800000000000000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hellMedium" panose="00000600000000000000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hellMedium" panose="00000600000000000000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hellMedium" panose="00000600000000000000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hellMedium" panose="000006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hellMedium" panose="000006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8" r="30858"/>
          <a:stretch/>
        </p:blipFill>
        <p:spPr>
          <a:xfrm>
            <a:off x="4839854" y="44607"/>
            <a:ext cx="7352146" cy="685727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E78A9E8-1698-338B-EFA3-A1BFE8998368}"/>
              </a:ext>
            </a:extLst>
          </p:cNvPr>
          <p:cNvSpPr txBox="1"/>
          <p:nvPr/>
        </p:nvSpPr>
        <p:spPr>
          <a:xfrm>
            <a:off x="704675" y="981512"/>
            <a:ext cx="8800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Azure Data Factory Case Study Group-6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064AA8-7B47-E688-7329-92B311AB34A5}"/>
              </a:ext>
            </a:extLst>
          </p:cNvPr>
          <p:cNvSpPr txBox="1"/>
          <p:nvPr/>
        </p:nvSpPr>
        <p:spPr>
          <a:xfrm>
            <a:off x="453005" y="3020919"/>
            <a:ext cx="348003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r>
              <a:rPr lang="en-US" sz="2400" dirty="0" err="1"/>
              <a:t>Praket</a:t>
            </a:r>
            <a:r>
              <a:rPr lang="en-US" sz="2400" dirty="0"/>
              <a:t> </a:t>
            </a:r>
            <a:r>
              <a:rPr lang="en-US" sz="2400" dirty="0" err="1"/>
              <a:t>Sanganeria</a:t>
            </a:r>
            <a:endParaRPr lang="en-US" sz="2400" dirty="0"/>
          </a:p>
          <a:p>
            <a:r>
              <a:rPr lang="en-US" sz="2400" dirty="0"/>
              <a:t>Sanjana </a:t>
            </a:r>
            <a:r>
              <a:rPr lang="en-US" sz="2400" dirty="0" err="1"/>
              <a:t>Godiawala</a:t>
            </a:r>
            <a:endParaRPr lang="en-US" sz="2400" dirty="0"/>
          </a:p>
          <a:p>
            <a:r>
              <a:rPr lang="en-US" sz="2400" dirty="0"/>
              <a:t>Shyam </a:t>
            </a:r>
            <a:r>
              <a:rPr lang="en-US" sz="2400" dirty="0" err="1"/>
              <a:t>Tibrewal</a:t>
            </a:r>
            <a:endParaRPr lang="en-US" sz="2400" dirty="0"/>
          </a:p>
          <a:p>
            <a:r>
              <a:rPr lang="en-US" sz="2400" dirty="0"/>
              <a:t>Siddharth Singh</a:t>
            </a:r>
          </a:p>
          <a:p>
            <a:r>
              <a:rPr lang="en-US" sz="2400" dirty="0"/>
              <a:t>Srishty Bedi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700536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7A7228-5365-558A-838A-66E6D198FD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382" y="384859"/>
            <a:ext cx="11859236" cy="6473141"/>
          </a:xfrm>
        </p:spPr>
        <p:txBody>
          <a:bodyPr numCol="2">
            <a:normAutofit fontScale="92500" lnSpcReduction="20000"/>
          </a:bodyPr>
          <a:lstStyle/>
          <a:p>
            <a:pPr algn="just"/>
            <a:r>
              <a:rPr lang="en-US" dirty="0"/>
              <a:t>STEP 1: </a:t>
            </a:r>
          </a:p>
          <a:p>
            <a:pPr algn="just"/>
            <a:r>
              <a:rPr lang="en-US" dirty="0"/>
              <a:t>Preparing dataset</a:t>
            </a:r>
          </a:p>
          <a:p>
            <a:pPr algn="just"/>
            <a:br>
              <a:rPr lang="en-US" dirty="0"/>
            </a:br>
            <a:r>
              <a:rPr lang="en-US" dirty="0"/>
              <a:t>STEP 2: </a:t>
            </a:r>
          </a:p>
          <a:p>
            <a:pPr algn="just"/>
            <a:r>
              <a:rPr lang="en-US" dirty="0"/>
              <a:t>Creating container after storage account</a:t>
            </a:r>
          </a:p>
          <a:p>
            <a:pPr algn="just"/>
            <a:br>
              <a:rPr lang="en-US" dirty="0"/>
            </a:br>
            <a:r>
              <a:rPr lang="en-US" dirty="0"/>
              <a:t>STEP 3: </a:t>
            </a:r>
          </a:p>
          <a:p>
            <a:pPr algn="just"/>
            <a:r>
              <a:rPr lang="en-US" dirty="0"/>
              <a:t>Uploading files in the container </a:t>
            </a:r>
          </a:p>
          <a:p>
            <a:pPr algn="just"/>
            <a:br>
              <a:rPr lang="en-US" dirty="0"/>
            </a:br>
            <a:r>
              <a:rPr lang="en-US" dirty="0"/>
              <a:t>STEP 4: </a:t>
            </a:r>
          </a:p>
          <a:p>
            <a:pPr algn="just"/>
            <a:r>
              <a:rPr lang="en-US" dirty="0"/>
              <a:t>Creating ADF</a:t>
            </a:r>
          </a:p>
          <a:p>
            <a:pPr algn="just"/>
            <a:br>
              <a:rPr lang="en-US" dirty="0"/>
            </a:br>
            <a:r>
              <a:rPr lang="en-US" dirty="0"/>
              <a:t>STEP 4.1: </a:t>
            </a:r>
          </a:p>
          <a:p>
            <a:pPr algn="just"/>
            <a:r>
              <a:rPr lang="en-US" dirty="0"/>
              <a:t>Creating Linked service</a:t>
            </a:r>
          </a:p>
          <a:p>
            <a:pPr algn="just"/>
            <a:br>
              <a:rPr lang="en-US" dirty="0"/>
            </a:br>
            <a:r>
              <a:rPr lang="en-US" dirty="0"/>
              <a:t>STEP 5: </a:t>
            </a:r>
          </a:p>
          <a:p>
            <a:pPr algn="just"/>
            <a:r>
              <a:rPr lang="en-US" dirty="0"/>
              <a:t>Creating three datasets in ADF </a:t>
            </a:r>
          </a:p>
          <a:p>
            <a:pPr algn="just"/>
            <a:r>
              <a:rPr lang="en-US" dirty="0"/>
              <a:t>(2 XML, 1 TARGET)</a:t>
            </a:r>
          </a:p>
          <a:p>
            <a:pPr algn="just"/>
            <a:br>
              <a:rPr lang="en-US" dirty="0"/>
            </a:br>
            <a:endParaRPr lang="en-US" dirty="0"/>
          </a:p>
          <a:p>
            <a:pPr algn="just"/>
            <a:r>
              <a:rPr lang="en-US" dirty="0"/>
              <a:t>STEP 6: </a:t>
            </a:r>
          </a:p>
          <a:p>
            <a:pPr algn="just"/>
            <a:r>
              <a:rPr lang="en-US" dirty="0"/>
              <a:t>Creating dataflow</a:t>
            </a:r>
          </a:p>
          <a:p>
            <a:pPr algn="just"/>
            <a:r>
              <a:rPr lang="en-US" dirty="0"/>
              <a:t>src1+ src2 + flatten1 + flatten2 + union + sink</a:t>
            </a:r>
          </a:p>
          <a:p>
            <a:pPr algn="just"/>
            <a:br>
              <a:rPr lang="en-US" dirty="0"/>
            </a:br>
            <a:r>
              <a:rPr lang="en-US" dirty="0"/>
              <a:t>STEP 7: </a:t>
            </a:r>
          </a:p>
          <a:p>
            <a:pPr algn="just"/>
            <a:r>
              <a:rPr lang="en-US" dirty="0"/>
              <a:t>Creating a pipeline, adding and selecting </a:t>
            </a:r>
            <a:r>
              <a:rPr lang="en-US" dirty="0" err="1"/>
              <a:t>df</a:t>
            </a:r>
            <a:endParaRPr lang="en-US" dirty="0"/>
          </a:p>
          <a:p>
            <a:pPr algn="just"/>
            <a:br>
              <a:rPr lang="en-US" dirty="0"/>
            </a:br>
            <a:r>
              <a:rPr lang="en-US" dirty="0"/>
              <a:t>STEP 8: </a:t>
            </a:r>
          </a:p>
          <a:p>
            <a:pPr algn="just"/>
            <a:r>
              <a:rPr lang="en-US" dirty="0"/>
              <a:t>Validating and publishing </a:t>
            </a:r>
          </a:p>
          <a:p>
            <a:pPr algn="just"/>
            <a:br>
              <a:rPr lang="en-US" dirty="0"/>
            </a:br>
            <a:r>
              <a:rPr lang="en-US" dirty="0"/>
              <a:t>STEP 9: </a:t>
            </a:r>
          </a:p>
          <a:p>
            <a:pPr algn="just"/>
            <a:r>
              <a:rPr lang="en-US" dirty="0"/>
              <a:t>Add Trigger and monitoring the pipeline</a:t>
            </a:r>
          </a:p>
          <a:p>
            <a:pPr algn="just"/>
            <a:br>
              <a:rPr lang="en-US" dirty="0"/>
            </a:br>
            <a:r>
              <a:rPr lang="en-US" dirty="0"/>
              <a:t>STEP 10: </a:t>
            </a:r>
          </a:p>
          <a:p>
            <a:pPr algn="just"/>
            <a:r>
              <a:rPr lang="en-US" dirty="0"/>
              <a:t>Going and checking the result in storage account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489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C1E1C91E-4D66-F918-B891-BFBA167AC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882" y="262890"/>
            <a:ext cx="4048125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583451E9-BA24-193B-12DE-548DEC208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407" y="1635443"/>
            <a:ext cx="5095875" cy="3343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7448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3CCF2425-0145-D8D0-CE76-77C63C348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435" y="416560"/>
            <a:ext cx="4175125" cy="584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image">
            <a:extLst>
              <a:ext uri="{FF2B5EF4-FFF2-40B4-BE49-F238E27FC236}">
                <a16:creationId xmlns:a16="http://schemas.microsoft.com/office/drawing/2014/main" id="{D5D9B643-6E05-FA95-18E6-13D8D6B25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687" y="335280"/>
            <a:ext cx="5635878" cy="5848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28615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image">
            <a:extLst>
              <a:ext uri="{FF2B5EF4-FFF2-40B4-BE49-F238E27FC236}">
                <a16:creationId xmlns:a16="http://schemas.microsoft.com/office/drawing/2014/main" id="{97A1B653-1221-9103-815F-D8F934E77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384" y="229235"/>
            <a:ext cx="7823546" cy="5907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594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image">
            <a:extLst>
              <a:ext uri="{FF2B5EF4-FFF2-40B4-BE49-F238E27FC236}">
                <a16:creationId xmlns:a16="http://schemas.microsoft.com/office/drawing/2014/main" id="{6D073880-34E1-8D29-5742-DD40EB499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60" y="0"/>
            <a:ext cx="4891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075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45448CC9-4E68-E159-8D25-025E13B68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24" y="193040"/>
            <a:ext cx="4268780" cy="601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mage">
            <a:extLst>
              <a:ext uri="{FF2B5EF4-FFF2-40B4-BE49-F238E27FC236}">
                <a16:creationId xmlns:a16="http://schemas.microsoft.com/office/drawing/2014/main" id="{26C43CC0-58DC-3B3D-9E51-67DE8090E7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1549" y="3276643"/>
            <a:ext cx="7669392" cy="268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0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B929643B-29B0-AF07-9A8E-0CA85909B9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8900" y="416117"/>
            <a:ext cx="6271260" cy="6025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6005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E4DC2765-3176-EEAE-59ED-DDD7EF5B2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" y="619760"/>
            <a:ext cx="5128354" cy="492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5603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 descr="image">
            <a:extLst>
              <a:ext uri="{FF2B5EF4-FFF2-40B4-BE49-F238E27FC236}">
                <a16:creationId xmlns:a16="http://schemas.microsoft.com/office/drawing/2014/main" id="{632147B8-EB45-0179-6019-2B60757F0E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674813"/>
            <a:ext cx="12192000" cy="350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0537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image">
            <a:extLst>
              <a:ext uri="{FF2B5EF4-FFF2-40B4-BE49-F238E27FC236}">
                <a16:creationId xmlns:a16="http://schemas.microsoft.com/office/drawing/2014/main" id="{C454D73F-E1F8-6AFA-1AC0-AB9420B782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0"/>
            <a:ext cx="100012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5797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image">
            <a:extLst>
              <a:ext uri="{FF2B5EF4-FFF2-40B4-BE49-F238E27FC236}">
                <a16:creationId xmlns:a16="http://schemas.microsoft.com/office/drawing/2014/main" id="{743FBDEC-5022-28A8-DE01-B0DF2080C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75" y="0"/>
            <a:ext cx="1206023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26019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">
            <a:extLst>
              <a:ext uri="{FF2B5EF4-FFF2-40B4-BE49-F238E27FC236}">
                <a16:creationId xmlns:a16="http://schemas.microsoft.com/office/drawing/2014/main" id="{ADC8DEEE-59F6-DDF0-E6B1-16D601B8B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0"/>
            <a:ext cx="12117388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6349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image">
            <a:extLst>
              <a:ext uri="{FF2B5EF4-FFF2-40B4-BE49-F238E27FC236}">
                <a16:creationId xmlns:a16="http://schemas.microsoft.com/office/drawing/2014/main" id="{01073F95-7B90-3054-1AD1-F63A497FF6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100" y="366713"/>
            <a:ext cx="11353800" cy="6124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433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image">
            <a:extLst>
              <a:ext uri="{FF2B5EF4-FFF2-40B4-BE49-F238E27FC236}">
                <a16:creationId xmlns:a16="http://schemas.microsoft.com/office/drawing/2014/main" id="{A4FA120F-89A2-62C9-F312-4427B853F8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481013"/>
            <a:ext cx="8229600" cy="5895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5837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D30A2179-7932-693E-FD63-08A2D0C2E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10185"/>
            <a:ext cx="12192000" cy="300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1722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image">
            <a:extLst>
              <a:ext uri="{FF2B5EF4-FFF2-40B4-BE49-F238E27FC236}">
                <a16:creationId xmlns:a16="http://schemas.microsoft.com/office/drawing/2014/main" id="{C07D12DB-CA1E-4F82-8B1E-DA091D07C5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7420"/>
            <a:ext cx="12192000" cy="6232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C91C91B-A2D2-F7C5-C459-A5BEB7FABEB2}"/>
              </a:ext>
            </a:extLst>
          </p:cNvPr>
          <p:cNvSpPr txBox="1"/>
          <p:nvPr/>
        </p:nvSpPr>
        <p:spPr>
          <a:xfrm>
            <a:off x="4077050" y="8389"/>
            <a:ext cx="25474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latin typeface="72 Black" panose="020B0A04030603020204" pitchFamily="34" charset="0"/>
                <a:cs typeface="72 Black" panose="020B0A04030603020204" pitchFamily="34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4046609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hell Futura Font Theme">
      <a:majorFont>
        <a:latin typeface="Futura Bold"/>
        <a:ea typeface=""/>
        <a:cs typeface=""/>
      </a:majorFont>
      <a:minorFont>
        <a:latin typeface="Futura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lank.potx" id="{CED461D8-3171-4273-A831-AE00D50E602B}" vid="{592A44DA-0034-4F8C-A571-9113A0A156FC}"/>
    </a:ext>
  </a:extLst>
</a:theme>
</file>

<file path=docMetadata/LabelInfo.xml><?xml version="1.0" encoding="utf-8"?>
<clbl:labelList xmlns:clbl="http://schemas.microsoft.com/office/2020/mipLabelMetadata">
  <clbl:label id="{d0cb1e24-a0e2-4a4c-9340-733297c9cd7c}" enabled="1" method="Privileged" siteId="{db1e96a8-a3da-442a-930b-235cac24cd5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182</TotalTime>
  <Words>127</Words>
  <Application>Microsoft Office PowerPoint</Application>
  <PresentationFormat>Widescreen</PresentationFormat>
  <Paragraphs>34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72 Black</vt:lpstr>
      <vt:lpstr>Arial</vt:lpstr>
      <vt:lpstr>Futura Medium</vt:lpstr>
      <vt:lpstr>ShellBold</vt:lpstr>
      <vt:lpstr>ShellMedium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Bedi, Srishty SBOBNG-PTIY/FAB</dc:creator>
  <cp:lastModifiedBy>Bedi, Srishty SBOBNG-PTIY/FAB</cp:lastModifiedBy>
  <cp:revision>3</cp:revision>
  <dcterms:created xsi:type="dcterms:W3CDTF">2023-09-08T06:55:19Z</dcterms:created>
  <dcterms:modified xsi:type="dcterms:W3CDTF">2023-09-08T09:57:22Z</dcterms:modified>
</cp:coreProperties>
</file>